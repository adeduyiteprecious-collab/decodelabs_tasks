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3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8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39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6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7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2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9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1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0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748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2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417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4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28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3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E43D1-AE44-438F-807C-14823EF493F9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556FA4-DD84-443A-8A66-88AC490F6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4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MENTAL HEALTH TRENDS AND ASSOCIATED FACTORS AMONG WORKING POPULATIONS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ANALYZING AND VISUALIZING FACTORS INFLUENCING MENTAL HEALTH STATUS </a:t>
            </a:r>
          </a:p>
          <a:p>
            <a:r>
              <a:rPr lang="en-US" dirty="0" smtClean="0"/>
              <a:t>BY </a:t>
            </a:r>
          </a:p>
          <a:p>
            <a:r>
              <a:rPr lang="en-US" dirty="0" smtClean="0"/>
              <a:t>ADEDUYITE PRECIOUS OMOLARA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63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Mental health is a major public health concern globally.</a:t>
            </a:r>
          </a:p>
          <a:p>
            <a:r>
              <a:rPr lang="en-US" dirty="0" smtClean="0"/>
              <a:t>Mental </a:t>
            </a:r>
            <a:r>
              <a:rPr lang="en-US" dirty="0"/>
              <a:t>health is an important part of overall </a:t>
            </a:r>
            <a:r>
              <a:rPr lang="en-US" dirty="0" smtClean="0"/>
              <a:t>wellbeing. It affects how individuals think, feel, behave and relate with others</a:t>
            </a:r>
            <a:endParaRPr lang="en-US" dirty="0"/>
          </a:p>
          <a:p>
            <a:r>
              <a:rPr lang="en-US" dirty="0" smtClean="0"/>
              <a:t>Stress</a:t>
            </a:r>
            <a:r>
              <a:rPr lang="en-US" dirty="0"/>
              <a:t>, mood swings, and coping struggles affect daily life and work performance.</a:t>
            </a:r>
          </a:p>
          <a:p>
            <a:r>
              <a:rPr lang="en-US" dirty="0" smtClean="0"/>
              <a:t>Occupational</a:t>
            </a:r>
            <a:r>
              <a:rPr lang="en-US" dirty="0"/>
              <a:t>, social, and </a:t>
            </a:r>
            <a:r>
              <a:rPr lang="en-US" dirty="0" smtClean="0"/>
              <a:t>behavioral </a:t>
            </a:r>
            <a:r>
              <a:rPr lang="en-US" dirty="0"/>
              <a:t>factors can influence mental health outcomes.</a:t>
            </a:r>
          </a:p>
          <a:p>
            <a:r>
              <a:rPr lang="en-US" dirty="0" smtClean="0"/>
              <a:t>Poor </a:t>
            </a:r>
            <a:r>
              <a:rPr lang="en-US" dirty="0"/>
              <a:t>mental health may reduce productivity and affect relationships.</a:t>
            </a:r>
          </a:p>
          <a:p>
            <a:r>
              <a:rPr lang="en-US" dirty="0" smtClean="0"/>
              <a:t>Power </a:t>
            </a:r>
            <a:r>
              <a:rPr lang="en-US" dirty="0"/>
              <a:t>BI helps to visualize and analyze mental health data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18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Rising levels of stress and mental health challenges affect productivity</a:t>
            </a:r>
          </a:p>
          <a:p>
            <a:r>
              <a:rPr lang="en-US" dirty="0" smtClean="0"/>
              <a:t>Many individuals struggle with coping mechanisms</a:t>
            </a:r>
          </a:p>
          <a:p>
            <a:r>
              <a:rPr lang="en-US" dirty="0" smtClean="0"/>
              <a:t>Understanding influencing factors is important for intervention</a:t>
            </a:r>
          </a:p>
          <a:p>
            <a:r>
              <a:rPr lang="en-US" dirty="0" smtClean="0"/>
              <a:t>Organization need data-driven mental health strategies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8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Broad objective: to analyze mental health trends and associated factors using </a:t>
            </a:r>
            <a:r>
              <a:rPr lang="en-US" dirty="0" err="1" smtClean="0"/>
              <a:t>powerbi</a:t>
            </a:r>
            <a:endParaRPr lang="en-US" dirty="0" smtClean="0"/>
          </a:p>
          <a:p>
            <a:r>
              <a:rPr lang="en-US" dirty="0" smtClean="0"/>
              <a:t>Specific objectives include;</a:t>
            </a:r>
          </a:p>
          <a:p>
            <a:r>
              <a:rPr lang="en-US" dirty="0" smtClean="0"/>
              <a:t>To assess stress levels among respondents </a:t>
            </a:r>
          </a:p>
          <a:p>
            <a:r>
              <a:rPr lang="en-US" dirty="0" smtClean="0"/>
              <a:t>To examine coping struggles and behavioral changes</a:t>
            </a:r>
          </a:p>
          <a:p>
            <a:r>
              <a:rPr lang="en-US" dirty="0" smtClean="0"/>
              <a:t>To evaluate occupational influences on mental health </a:t>
            </a:r>
          </a:p>
          <a:p>
            <a:r>
              <a:rPr lang="en-US" dirty="0" smtClean="0"/>
              <a:t>To identify key factors influencing stress and treatment </a:t>
            </a:r>
            <a:r>
              <a:rPr lang="en-US" dirty="0" err="1" smtClean="0"/>
              <a:t>behaviours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3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925394"/>
            <a:ext cx="4183062" cy="2351824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Dataset </a:t>
            </a:r>
            <a:r>
              <a:rPr lang="en-US" dirty="0"/>
              <a:t>was imported into Power BI.</a:t>
            </a:r>
          </a:p>
          <a:p>
            <a:r>
              <a:rPr lang="en-US" dirty="0" smtClean="0"/>
              <a:t>Data </a:t>
            </a:r>
            <a:r>
              <a:rPr lang="en-US" dirty="0"/>
              <a:t>cleaning was carried out using Power Query.</a:t>
            </a:r>
          </a:p>
          <a:p>
            <a:r>
              <a:rPr lang="en-US" dirty="0" smtClean="0"/>
              <a:t>Interactive </a:t>
            </a:r>
            <a:r>
              <a:rPr lang="en-US" dirty="0"/>
              <a:t>visuals and dashboards were created.</a:t>
            </a:r>
          </a:p>
          <a:p>
            <a:r>
              <a:rPr lang="en-US" dirty="0" smtClean="0"/>
              <a:t>DAX </a:t>
            </a:r>
            <a:r>
              <a:rPr lang="en-US" dirty="0"/>
              <a:t>measures were used for KPI cards.</a:t>
            </a:r>
          </a:p>
          <a:p>
            <a:r>
              <a:rPr lang="en-US" dirty="0" smtClean="0"/>
              <a:t>Key </a:t>
            </a:r>
            <a:r>
              <a:rPr lang="en-US" dirty="0"/>
              <a:t>Influencers visual was used to identify major factors.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55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DESCRIPTION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925394"/>
            <a:ext cx="4183062" cy="2351824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Datasets contains mental health related variables which includes;</a:t>
            </a:r>
          </a:p>
          <a:p>
            <a:r>
              <a:rPr lang="en-US" dirty="0" smtClean="0"/>
              <a:t>Gender</a:t>
            </a:r>
          </a:p>
          <a:p>
            <a:r>
              <a:rPr lang="en-US" dirty="0" smtClean="0"/>
              <a:t>Occupation</a:t>
            </a:r>
          </a:p>
          <a:p>
            <a:r>
              <a:rPr lang="en-US" dirty="0" smtClean="0"/>
              <a:t>Treatment</a:t>
            </a:r>
          </a:p>
          <a:p>
            <a:r>
              <a:rPr lang="en-US" dirty="0" smtClean="0"/>
              <a:t>Family history</a:t>
            </a:r>
          </a:p>
          <a:p>
            <a:r>
              <a:rPr lang="en-US" dirty="0" smtClean="0"/>
              <a:t>Mood swing data</a:t>
            </a:r>
          </a:p>
          <a:p>
            <a:r>
              <a:rPr lang="en-US" dirty="0" smtClean="0"/>
              <a:t>Growing stress and others</a:t>
            </a:r>
          </a:p>
        </p:txBody>
      </p:sp>
    </p:spTree>
    <p:extLst>
      <p:ext uri="{BB962C8B-B14F-4D97-AF65-F5344CB8AC3E}">
        <p14:creationId xmlns:p14="http://schemas.microsoft.com/office/powerpoint/2010/main" val="3304016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STRESS AND BEHAVIOURAL ANALYSIS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" y="2927077"/>
            <a:ext cx="4177347" cy="2348459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Male </a:t>
            </a:r>
            <a:r>
              <a:rPr lang="en-US" dirty="0"/>
              <a:t>respondents recorded higher treatment counts compared to females.</a:t>
            </a:r>
          </a:p>
          <a:p>
            <a:r>
              <a:rPr lang="en-US" dirty="0" smtClean="0"/>
              <a:t>The </a:t>
            </a:r>
            <a:r>
              <a:rPr lang="en-US" dirty="0"/>
              <a:t>United States showed the highest level of coping struggles.</a:t>
            </a:r>
          </a:p>
          <a:p>
            <a:r>
              <a:rPr lang="en-US" dirty="0" smtClean="0"/>
              <a:t>Housewives </a:t>
            </a:r>
            <a:r>
              <a:rPr lang="en-US" dirty="0"/>
              <a:t>and students experienced higher levels of stress.</a:t>
            </a:r>
          </a:p>
          <a:p>
            <a:r>
              <a:rPr lang="en-US" dirty="0" smtClean="0"/>
              <a:t>Longer </a:t>
            </a:r>
            <a:r>
              <a:rPr lang="en-US" dirty="0"/>
              <a:t>indoor stay increased stress levels.</a:t>
            </a:r>
          </a:p>
          <a:p>
            <a:r>
              <a:rPr lang="en-US" dirty="0" smtClean="0"/>
              <a:t>Mood </a:t>
            </a:r>
            <a:r>
              <a:rPr lang="en-US" dirty="0"/>
              <a:t>swings were strongly linked with social weakness.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2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OF STRESS 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Behavioral </a:t>
            </a:r>
            <a:r>
              <a:rPr lang="en-US" dirty="0"/>
              <a:t>and occupational factors influenced mental health outcomes.</a:t>
            </a:r>
          </a:p>
          <a:p>
            <a:r>
              <a:rPr lang="en-US" dirty="0" smtClean="0"/>
              <a:t>Prolonged </a:t>
            </a:r>
            <a:r>
              <a:rPr lang="en-US" dirty="0"/>
              <a:t>indoor stay contributed to stress and coping difficulties.</a:t>
            </a:r>
          </a:p>
          <a:p>
            <a:r>
              <a:rPr lang="en-US" dirty="0" smtClean="0"/>
              <a:t>Emotional </a:t>
            </a:r>
            <a:r>
              <a:rPr lang="en-US" dirty="0"/>
              <a:t>instability affected social interactions.</a:t>
            </a:r>
          </a:p>
          <a:p>
            <a:r>
              <a:rPr lang="en-US" dirty="0" smtClean="0"/>
              <a:t>Academic </a:t>
            </a:r>
            <a:r>
              <a:rPr lang="en-US" dirty="0" smtClean="0"/>
              <a:t>pressure and daily responsibilities may explain higher stress level among students </a:t>
            </a:r>
            <a:r>
              <a:rPr lang="en-US" dirty="0"/>
              <a:t>and </a:t>
            </a:r>
            <a:r>
              <a:rPr lang="en-US" dirty="0" smtClean="0"/>
              <a:t>housewives. 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findings highlight the importance of stress </a:t>
            </a:r>
            <a:r>
              <a:rPr lang="en-US" dirty="0"/>
              <a:t>management and emotional support </a:t>
            </a:r>
            <a:r>
              <a:rPr lang="en-US" dirty="0" smtClean="0"/>
              <a:t>system.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97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OCCUPATIONAL AND SOCIAL ANALYSIS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" y="2927077"/>
            <a:ext cx="4177347" cy="2348459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Male </a:t>
            </a:r>
            <a:r>
              <a:rPr lang="en-US" dirty="0"/>
              <a:t>respondents formed the majority of participants.</a:t>
            </a:r>
          </a:p>
          <a:p>
            <a:r>
              <a:rPr lang="en-US" dirty="0" smtClean="0"/>
              <a:t>Many </a:t>
            </a:r>
            <a:r>
              <a:rPr lang="en-US" dirty="0"/>
              <a:t>respondents reported coping struggles.</a:t>
            </a:r>
          </a:p>
          <a:p>
            <a:r>
              <a:rPr lang="en-US" dirty="0" smtClean="0"/>
              <a:t>Moderate </a:t>
            </a:r>
            <a:r>
              <a:rPr lang="en-US" dirty="0"/>
              <a:t>and high mood swings were common.</a:t>
            </a:r>
          </a:p>
          <a:p>
            <a:r>
              <a:rPr lang="en-US" dirty="0" smtClean="0"/>
              <a:t>Many </a:t>
            </a:r>
            <a:r>
              <a:rPr lang="en-US" dirty="0"/>
              <a:t>participants experienced growing stress and </a:t>
            </a:r>
            <a:r>
              <a:rPr lang="en-US" dirty="0" smtClean="0"/>
              <a:t>behavior </a:t>
            </a:r>
            <a:r>
              <a:rPr lang="en-US" dirty="0"/>
              <a:t>changes.</a:t>
            </a:r>
          </a:p>
          <a:p>
            <a:r>
              <a:rPr lang="en-US" dirty="0" smtClean="0"/>
              <a:t>Treatment-seeking </a:t>
            </a:r>
            <a:r>
              <a:rPr lang="en-US" dirty="0" smtClean="0"/>
              <a:t>behavior </a:t>
            </a:r>
            <a:r>
              <a:rPr lang="en-US" dirty="0"/>
              <a:t>varied among respondents.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81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OF OCCUPATIONAL AND SOCIAL FINDINGS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Occupational </a:t>
            </a:r>
            <a:r>
              <a:rPr lang="en-US" dirty="0"/>
              <a:t>and social conditions affected mental health experiences.</a:t>
            </a:r>
          </a:p>
          <a:p>
            <a:r>
              <a:rPr lang="en-US" dirty="0" smtClean="0"/>
              <a:t>High </a:t>
            </a:r>
            <a:r>
              <a:rPr lang="en-US" dirty="0"/>
              <a:t>coping struggles and mood swings showed emotional stress.</a:t>
            </a:r>
          </a:p>
          <a:p>
            <a:r>
              <a:rPr lang="en-US" dirty="0" smtClean="0"/>
              <a:t>Behavioral </a:t>
            </a:r>
            <a:r>
              <a:rPr lang="en-US" dirty="0"/>
              <a:t>changes reflected the impact of stress on daily life.</a:t>
            </a:r>
          </a:p>
          <a:p>
            <a:r>
              <a:rPr lang="en-US" dirty="0" smtClean="0"/>
              <a:t>Differences </a:t>
            </a:r>
            <a:r>
              <a:rPr lang="en-US" dirty="0"/>
              <a:t>in treatment-seeking behavior may be linked to awareness and access to support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The findings emphasizes the need for mental health interventions and awareness programs are needed.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1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INFLUENCER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 </a:t>
            </a:r>
            <a:r>
              <a:rPr lang="en-US" dirty="0"/>
              <a:t>interest influenced growing stress levels.</a:t>
            </a:r>
          </a:p>
          <a:p>
            <a:r>
              <a:rPr lang="en-US" dirty="0" smtClean="0"/>
              <a:t>Lower </a:t>
            </a:r>
            <a:r>
              <a:rPr lang="en-US" dirty="0"/>
              <a:t>work interest showed higher stress prevalence.</a:t>
            </a:r>
          </a:p>
          <a:p>
            <a:r>
              <a:rPr lang="en-US" dirty="0" smtClean="0"/>
              <a:t>Longer </a:t>
            </a:r>
            <a:r>
              <a:rPr lang="en-US" dirty="0"/>
              <a:t>indoor stay contributed to coping struggles.</a:t>
            </a:r>
          </a:p>
          <a:p>
            <a:r>
              <a:rPr lang="en-US" dirty="0" smtClean="0"/>
              <a:t>Gender </a:t>
            </a:r>
            <a:r>
              <a:rPr lang="en-US" dirty="0"/>
              <a:t>and country influenced treatment patterns.</a:t>
            </a:r>
          </a:p>
          <a:p>
            <a:r>
              <a:rPr lang="en-US" dirty="0" smtClean="0"/>
              <a:t>Behavioral </a:t>
            </a:r>
            <a:r>
              <a:rPr lang="en-US" dirty="0"/>
              <a:t>and environmental factors affected mental health outcomes.</a:t>
            </a:r>
          </a:p>
        </p:txBody>
      </p:sp>
    </p:spTree>
    <p:extLst>
      <p:ext uri="{BB962C8B-B14F-4D97-AF65-F5344CB8AC3E}">
        <p14:creationId xmlns:p14="http://schemas.microsoft.com/office/powerpoint/2010/main" val="2434725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Stress </a:t>
            </a:r>
            <a:r>
              <a:rPr lang="en-US" dirty="0"/>
              <a:t>and coping struggles were linked with </a:t>
            </a:r>
            <a:r>
              <a:rPr lang="en-US" dirty="0" smtClean="0"/>
              <a:t>behavioral </a:t>
            </a:r>
            <a:r>
              <a:rPr lang="en-US" dirty="0"/>
              <a:t>and occupational factors.</a:t>
            </a:r>
          </a:p>
          <a:p>
            <a:r>
              <a:rPr lang="en-US" dirty="0" smtClean="0"/>
              <a:t>Longer </a:t>
            </a:r>
            <a:r>
              <a:rPr lang="en-US" dirty="0"/>
              <a:t>indoor stay increased stress and emotional difficulties.</a:t>
            </a:r>
          </a:p>
          <a:p>
            <a:r>
              <a:rPr lang="en-US" dirty="0" smtClean="0"/>
              <a:t>Mood </a:t>
            </a:r>
            <a:r>
              <a:rPr lang="en-US" dirty="0"/>
              <a:t>swings contributed to weaker social interactions.</a:t>
            </a:r>
          </a:p>
          <a:p>
            <a:r>
              <a:rPr lang="en-US" dirty="0" smtClean="0"/>
              <a:t>Power </a:t>
            </a:r>
            <a:r>
              <a:rPr lang="en-US" dirty="0"/>
              <a:t>BI helped identify important mental health patterns.</a:t>
            </a:r>
          </a:p>
          <a:p>
            <a:r>
              <a:rPr lang="en-US" dirty="0" smtClean="0"/>
              <a:t>Mental </a:t>
            </a:r>
            <a:r>
              <a:rPr lang="en-US" dirty="0"/>
              <a:t>health support and early intervention are </a:t>
            </a:r>
            <a:r>
              <a:rPr lang="en-US" dirty="0" smtClean="0"/>
              <a:t>important.</a:t>
            </a:r>
          </a:p>
          <a:p>
            <a:r>
              <a:rPr lang="en-US" dirty="0" smtClean="0"/>
              <a:t>Males </a:t>
            </a:r>
            <a:r>
              <a:rPr lang="en-US" dirty="0"/>
              <a:t>represented the larger proportion of respondents and treatment patterns</a:t>
            </a:r>
          </a:p>
          <a:p>
            <a:r>
              <a:rPr lang="en-US" dirty="0"/>
              <a:t>Work interest significantly influences stress outcomes</a:t>
            </a:r>
          </a:p>
          <a:p>
            <a:r>
              <a:rPr lang="en-US" dirty="0"/>
              <a:t>The united state showed notably high coping struggle counts</a:t>
            </a:r>
          </a:p>
        </p:txBody>
      </p:sp>
    </p:spTree>
    <p:extLst>
      <p:ext uri="{BB962C8B-B14F-4D97-AF65-F5344CB8AC3E}">
        <p14:creationId xmlns:p14="http://schemas.microsoft.com/office/powerpoint/2010/main" val="513289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Workplaces </a:t>
            </a:r>
            <a:r>
              <a:rPr lang="en-US" dirty="0"/>
              <a:t>should provide mental health support.</a:t>
            </a:r>
          </a:p>
          <a:p>
            <a:r>
              <a:rPr lang="en-US" dirty="0" smtClean="0"/>
              <a:t>Stress </a:t>
            </a:r>
            <a:r>
              <a:rPr lang="en-US" dirty="0"/>
              <a:t>management programs should be encouraged.</a:t>
            </a:r>
          </a:p>
          <a:p>
            <a:r>
              <a:rPr lang="en-US" dirty="0" smtClean="0"/>
              <a:t>Mental </a:t>
            </a:r>
            <a:r>
              <a:rPr lang="en-US" dirty="0"/>
              <a:t>health awareness should be increased.</a:t>
            </a:r>
          </a:p>
          <a:p>
            <a:r>
              <a:rPr lang="en-US" dirty="0" smtClean="0"/>
              <a:t>Counseling </a:t>
            </a:r>
            <a:r>
              <a:rPr lang="en-US" dirty="0"/>
              <a:t>services should be made available.</a:t>
            </a:r>
          </a:p>
          <a:p>
            <a:r>
              <a:rPr lang="en-US" dirty="0" smtClean="0"/>
              <a:t>People </a:t>
            </a:r>
            <a:r>
              <a:rPr lang="en-US" dirty="0"/>
              <a:t>should maintain healthy social relationships.</a:t>
            </a:r>
          </a:p>
          <a:p>
            <a:r>
              <a:rPr lang="en-US" dirty="0" smtClean="0"/>
              <a:t>Health </a:t>
            </a:r>
            <a:r>
              <a:rPr lang="en-US" dirty="0"/>
              <a:t>organizations should use data for mental health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625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Stress</a:t>
            </a:r>
            <a:r>
              <a:rPr lang="en-US" dirty="0"/>
              <a:t>, coping struggles, and mood swings affected mental health outcomes.</a:t>
            </a:r>
          </a:p>
          <a:p>
            <a:r>
              <a:rPr lang="en-US" dirty="0" smtClean="0"/>
              <a:t>Occupation </a:t>
            </a:r>
            <a:r>
              <a:rPr lang="en-US" dirty="0"/>
              <a:t>and indoor stay influenced stress levels.</a:t>
            </a:r>
          </a:p>
          <a:p>
            <a:r>
              <a:rPr lang="en-US" dirty="0" smtClean="0"/>
              <a:t>Power </a:t>
            </a:r>
            <a:r>
              <a:rPr lang="en-US" dirty="0"/>
              <a:t>BI helped identify important mental health patterns.</a:t>
            </a:r>
          </a:p>
          <a:p>
            <a:r>
              <a:rPr lang="en-US" dirty="0" smtClean="0"/>
              <a:t>Mental </a:t>
            </a:r>
            <a:r>
              <a:rPr lang="en-US" dirty="0"/>
              <a:t>health support and early intervention are needed.</a:t>
            </a:r>
          </a:p>
          <a:p>
            <a:r>
              <a:rPr lang="en-US" dirty="0" smtClean="0"/>
              <a:t>Awareness </a:t>
            </a:r>
            <a:r>
              <a:rPr lang="en-US" dirty="0"/>
              <a:t>programs can improve mental wellbeing.</a:t>
            </a:r>
          </a:p>
        </p:txBody>
      </p:sp>
    </p:spTree>
    <p:extLst>
      <p:ext uri="{BB962C8B-B14F-4D97-AF65-F5344CB8AC3E}">
        <p14:creationId xmlns:p14="http://schemas.microsoft.com/office/powerpoint/2010/main" val="19057785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</TotalTime>
  <Words>669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MENTAL HEALTH TRENDS AND ASSOCIATED FACTORS AMONG WORKING POPULATIONS</vt:lpstr>
      <vt:lpstr>INTRODUCTION</vt:lpstr>
      <vt:lpstr>PROBLEM STATEMENTS</vt:lpstr>
      <vt:lpstr>OBJECTIVES</vt:lpstr>
      <vt:lpstr>METHODOLOGY</vt:lpstr>
      <vt:lpstr>DATA DESCRIPTION</vt:lpstr>
      <vt:lpstr>STRESS AND BEHAVIOURAL ANALYSIS</vt:lpstr>
      <vt:lpstr>DISCUSSION OF STRESS FINDINGS</vt:lpstr>
      <vt:lpstr>OCCUPATIONAL AND SOCIAL ANALYSIS</vt:lpstr>
      <vt:lpstr>DISCUSSION OF OCCUPATIONAL AND SOCIAL FINDINGS </vt:lpstr>
      <vt:lpstr>KEY INFLUENCER ANALYSIS</vt:lpstr>
      <vt:lpstr>SUMMARY</vt:lpstr>
      <vt:lpstr>RECOMMENDATION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TRENDS AND ASSOCIATED FACTORS AMONG WORKING POPULATIONS</dc:title>
  <dc:creator>user</dc:creator>
  <cp:lastModifiedBy>user</cp:lastModifiedBy>
  <cp:revision>12</cp:revision>
  <dcterms:created xsi:type="dcterms:W3CDTF">2026-05-08T12:59:23Z</dcterms:created>
  <dcterms:modified xsi:type="dcterms:W3CDTF">2026-05-15T14:08:40Z</dcterms:modified>
</cp:coreProperties>
</file>